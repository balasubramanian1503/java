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EA530-B743-FAA0-B296-DBD382EF4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1F96C-9F2E-AE55-6100-3576EF404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0B00-AEEA-EF39-0A81-306238EA4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1B3EB-CAC2-5818-5D7A-A459A425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26E26-AE4B-7FF8-4FAB-46F423E13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57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84F9-5BAA-17A2-2491-F6AECE99B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F3AA6-92F7-A40C-E99B-78F4B3D25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F59AA-B801-148E-FBEF-5CC1B2578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A612E-8062-A931-A184-78D507D8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4457D-8D74-3049-DAF1-4B4ABA87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60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C247C-55CC-B46E-E234-B71FD7991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03039-2BE8-86CC-E2E1-A1F76D4E1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C7844-1914-9F07-42B6-064001F30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74668-8A50-AE14-7775-271E12A15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16A77-BB29-4319-0478-CAE7C0A6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756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323E-F257-BA11-2C63-538923FC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596F3-EDA7-202A-333E-F0E429C72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078D5-34E3-75BB-35A9-12A1FFA4F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8FD9B-AA9E-A56A-011F-C4806573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A23F9-0DD6-FA94-F883-D238A0D32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2A7DD-52E6-EC4F-2F82-5883C351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54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6A75-F6F7-613C-DE81-E62A17CF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9C357-C93F-8EB7-3664-4A4C6B891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6DB0-E7B9-6A8F-32A0-E78EC8B6E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EA527-3C61-4938-5612-46E5B472C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37F14-2E38-BAE5-D0EC-F9F3A93E5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11B687-44AA-7C43-B793-95BE7845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DF07B-22B8-2CCC-7223-EAA82E4E8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123E14-0A2F-714A-342F-61B429C2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97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1B6D-908D-87AD-092B-FE7240F41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59FF5-9FAC-7D6D-A1FF-0C9761B6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49DD7-0C9F-85D4-C002-A43B2C2C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04F76-9C78-69F3-5A1B-9DA47206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82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2A2C5-BA45-A406-4D7E-4F3815FC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932D7-B8D7-C224-C098-00CFD012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2465F-7386-480F-7A3F-5B0457837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424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0574D-3CD7-FF2F-CDB0-F652C2AF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7BD31-6CC4-6727-BF05-88AE467CB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9240A-9D59-E30C-322C-CD24CFAF5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7CBC7-27ED-088D-0AAC-1FAE0BC5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AFF97-E206-DF4A-0EB3-9D3CF848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F8B3E-52C4-335B-E46A-D2EEC01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779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9C02E-B02C-B719-7841-923108F7C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3BD9F5-CEEA-E182-DF01-0ACA20B5E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7C5BF-6235-7F04-8ADF-71DA99639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2F358-789A-917C-DA86-B4E56C97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FA39E-1A06-EA83-B3CB-6FED54D2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2ABE1-1951-E584-54A4-EA2D206C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492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B8C37-3510-6B08-D578-E1E5F37E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00481A-27BC-3C9B-F628-4FACECC0E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D82D3-3282-2697-59ED-FB8FD4AA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62742-3CD1-0680-E9D4-DF001EA5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4CD85-C6CA-E00F-6910-806643A3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405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984E6-75E1-EACF-EACD-27EC3AA55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1E58D-AF3A-D4AB-9EFA-9A6F04991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927B7-EF27-C0D3-FE6C-6979B5A6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C4787-D01A-0E3C-9F64-716049FC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5699C-3EC2-2E1B-4628-5D5B8C6D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3377BD-0036-F17F-40FB-713E45F43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DAC0C-D2F5-787C-72C3-416A50F50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61402-63A2-95A2-112C-11D5BDFE7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695BF-1BC1-4C05-B332-361D93749B63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FFC24-3A3B-8B4B-4D7C-256E01AE7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EB5DC-CB18-7528-F739-674101ACE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BDAAB-39EA-4A7A-9A49-880C9DCCD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27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29344F-AA93-0D91-FC10-1078476CF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730" y="1083366"/>
            <a:ext cx="5456583" cy="55062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81A5E2-957B-69A4-A29C-EA33D87B1CF3}"/>
              </a:ext>
            </a:extLst>
          </p:cNvPr>
          <p:cNvSpPr/>
          <p:nvPr/>
        </p:nvSpPr>
        <p:spPr>
          <a:xfrm>
            <a:off x="3091070" y="268357"/>
            <a:ext cx="5774634" cy="5764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Missing Numbers</a:t>
            </a:r>
          </a:p>
        </p:txBody>
      </p:sp>
    </p:spTree>
    <p:extLst>
      <p:ext uri="{BB962C8B-B14F-4D97-AF65-F5344CB8AC3E}">
        <p14:creationId xmlns:p14="http://schemas.microsoft.com/office/powerpoint/2010/main" val="302060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F5287-AD29-D5BA-7AA8-E89B48A8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F3EB68-6BDE-5E94-0680-BE3659DB57BA}"/>
              </a:ext>
            </a:extLst>
          </p:cNvPr>
          <p:cNvSpPr/>
          <p:nvPr/>
        </p:nvSpPr>
        <p:spPr>
          <a:xfrm>
            <a:off x="3091070" y="268357"/>
            <a:ext cx="5774634" cy="5764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Average Sum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4407FA-82A6-9B1A-7237-5F24D8553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885" y="1172815"/>
            <a:ext cx="4963972" cy="552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30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B0015-051D-EDAC-5A40-9C93CB3E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03AB89F-BA84-FD0B-1888-457743529730}"/>
              </a:ext>
            </a:extLst>
          </p:cNvPr>
          <p:cNvSpPr/>
          <p:nvPr/>
        </p:nvSpPr>
        <p:spPr>
          <a:xfrm>
            <a:off x="3091070" y="109331"/>
            <a:ext cx="6052930" cy="7354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Printing Even and odd elements from an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BBF9BF-A62D-2AB2-5105-A611DF5CA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412" y="934278"/>
            <a:ext cx="5219949" cy="581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60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VBS</dc:creator>
  <cp:lastModifiedBy>Bala VBS</cp:lastModifiedBy>
  <cp:revision>1</cp:revision>
  <dcterms:created xsi:type="dcterms:W3CDTF">2026-03-24T16:10:22Z</dcterms:created>
  <dcterms:modified xsi:type="dcterms:W3CDTF">2026-03-24T16:14:04Z</dcterms:modified>
</cp:coreProperties>
</file>